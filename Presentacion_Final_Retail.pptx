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 Código del Retail: Precios, Volúmenes y Rentabilidad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Estudio estadístico del rendimiento de ventas e impacto de descuentos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Univariado: Distribución de Ingresos</a:t>
            </a:r>
          </a:p>
        </p:txBody>
      </p:sp>
      <p:pic>
        <p:nvPicPr>
          <p:cNvPr id="3" name="Picture 2" descr="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Observación: Concentración masiva de transacciones en rangos de precios bajos y medios.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Dispersión y Valores Atípicos</a:t>
            </a:r>
          </a:p>
        </p:txBody>
      </p:sp>
      <p:pic>
        <p:nvPicPr>
          <p:cNvPr id="3" name="Picture 2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Observación: Los puntos a la derecha representan pedidos de alto volumen institucional (Outliers).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Bivariado: Matriz de Correlación</a:t>
            </a:r>
          </a:p>
        </p:txBody>
      </p:sp>
      <p:pic>
        <p:nvPicPr>
          <p:cNvPr id="3" name="Picture 2" descr="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Observación: Correlación positiva fuerte (0.77) del Precio con Ventas. Descuento tiene correlación negativa.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Proyección de Ingresos Lineal</a:t>
            </a:r>
          </a:p>
        </p:txBody>
      </p:sp>
      <p:pic>
        <p:nvPicPr>
          <p:cNvPr id="3" name="Picture 2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Observación: El incremento del precio unitario expande directamente el límite superior de las ventas.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Respuestas Estratégicas y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Motor de Ingresos: El Precio Unitario determina el ticket final por encima del volumen.</a:t>
            </a:r>
          </a:p>
          <a:p>
            <a:r>
              <a:t>2. Costo del Descuento: Impacto negativo confirmado; el volumen extra no compensa la caída de margen.</a:t>
            </a:r>
          </a:p>
          <a:p>
            <a:r>
              <a:t>3. Foco Estratégico: Se recomienda priorizar Ropa y Juguetes en el presupuesto de marketing.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